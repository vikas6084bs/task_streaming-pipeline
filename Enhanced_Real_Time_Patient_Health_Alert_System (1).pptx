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Patient Health Alert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Kafka • Spark Streaming • Python • Real-Time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monitoring of patient vitals is critical</a:t>
            </a:r>
          </a:p>
          <a:p>
            <a:r>
              <a:t>Manual systems fail to detect emergencies in real time</a:t>
            </a:r>
          </a:p>
          <a:p>
            <a:r>
              <a:t>Hospitals require scalable real-time alerting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IoT-like data generation using Kafka producers</a:t>
            </a:r>
          </a:p>
          <a:p>
            <a:r>
              <a:t>Spark Structured Streaming for real-time processing</a:t>
            </a:r>
          </a:p>
          <a:p>
            <a:r>
              <a:t>Instant alerts pushed to real-time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Kafka – Message streaming</a:t>
            </a:r>
          </a:p>
          <a:p>
            <a:r>
              <a:t>Apache Spark – Real-time analytics</a:t>
            </a:r>
          </a:p>
          <a:p>
            <a:r>
              <a:t>Python – Producers &amp; processing logic</a:t>
            </a:r>
          </a:p>
          <a:p>
            <a:r>
              <a:t>FastAPI / Web UI –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gps_data – Location updates</a:t>
            </a:r>
          </a:p>
          <a:p>
            <a:r>
              <a:t>temperature_data – Patient body temperature</a:t>
            </a:r>
          </a:p>
          <a:p>
            <a:r>
              <a:t>patient_alerts – Critical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Streaming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Consumes data from Kafka topics</a:t>
            </a:r>
          </a:p>
          <a:p>
            <a:r>
              <a:t>Applies threshold-based health rules</a:t>
            </a:r>
          </a:p>
          <a:p>
            <a:r>
              <a:t>Generates alerts for abnormal readings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Alerts visible instantly in browser</a:t>
            </a:r>
          </a:p>
          <a:p>
            <a:r>
              <a:t>Doctors receive critical notifications</a:t>
            </a:r>
          </a:p>
          <a:p>
            <a:r>
              <a:t>System runs continuously with low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ML-based anomaly detection</a:t>
            </a:r>
          </a:p>
          <a:p>
            <a:r>
              <a:t>Cloud deployment (AWS / Azure)</a:t>
            </a:r>
          </a:p>
          <a:p>
            <a:r>
              <a:t>Mobile app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and reliable real-time health monitoring</a:t>
            </a:r>
          </a:p>
          <a:p>
            <a:r>
              <a:t>Handles high-volume streaming data</a:t>
            </a:r>
          </a:p>
          <a:p>
            <a:r>
              <a:t>Suitable for smart hospitals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